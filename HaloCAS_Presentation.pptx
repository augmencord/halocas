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HaloCAS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Next-Generation Safety for Heavy Machinery</a:t>
            </a:r>
          </a:p>
          <a:p>
            <a:r>
              <a:t>Powered by ADK 2.0 Graph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Blind Spots in the Danger Zone</a:t>
            </a:r>
          </a:p>
        </p:txBody>
      </p:sp>
      <p:pic>
        <p:nvPicPr>
          <p:cNvPr id="3" name="Picture 2" descr="industrial_mining_safety_1786403179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 mining and manufacturing, humans and colossal machines operate side-by-side.</a:t>
            </a:r>
          </a:p>
          <a:p>
            <a:pPr/>
            <a:r>
              <a:t>• The Risk: Heavy machinery creates deadly blind spots.</a:t>
            </a:r>
          </a:p>
          <a:p>
            <a:pPr/>
            <a:r>
              <a:t>• The Flaw: Standard cameras require constant monitoring.</a:t>
            </a:r>
          </a:p>
          <a:p>
            <a:pPr/>
            <a:r>
              <a:t>• The Result: 'Alarm fatigue' from sensors that beep at everything.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ADK 2.0 Graph Intelligence</a:t>
            </a:r>
          </a:p>
        </p:txBody>
      </p:sp>
      <p:pic>
        <p:nvPicPr>
          <p:cNvPr id="3" name="Picture 2" descr="halocas_graph_workflow_1786403194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HaloCAS doesn't just beep—it thinks.</a:t>
            </a:r>
          </a:p>
          <a:p>
            <a:r>
              <a:t>1. State Check: Is the machine moving?</a:t>
            </a:r>
          </a:p>
          <a:p>
            <a:r>
              <a:t>2. Proximity: Has a worker breached 10m?</a:t>
            </a:r>
          </a:p>
          <a:p>
            <a:r>
              <a:t>3. Trajectory: Is the machine moving towards the worker?</a:t>
            </a:r>
          </a:p>
          <a:p>
            <a:r>
              <a:t>4. Auth Scan: Is it an authorized mechanic?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User Experience</a:t>
            </a:r>
          </a:p>
        </p:txBody>
      </p:sp>
      <p:pic>
        <p:nvPicPr>
          <p:cNvPr id="3" name="Picture 2" descr="halocas_alert_dashboard_17864032067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HaloCAS operates completely invisibly to operators on the ground.</a:t>
            </a:r>
          </a:p>
          <a:p>
            <a:r>
              <a:t>When an incident occurs, Safety Officers receive:</a:t>
            </a:r>
          </a:p>
          <a:p>
            <a:r>
              <a:t>• Instant automated email alerts.</a:t>
            </a:r>
          </a:p>
          <a:p>
            <a:r>
              <a:t>• Clear context of who and when.</a:t>
            </a:r>
          </a:p>
          <a:p>
            <a:r>
              <a:t>• Attached MP4 video clips for undeniable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Check out the open-source code and technical architecture on GitHub:</a:t>
            </a:r>
            <a:br/>
            <a:br/>
            <a:r>
              <a:t>https://github.com/Augmencord/HaloCAS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